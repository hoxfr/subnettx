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SubnettX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Zero-Trust Dual-Vector Attendance &amp; Threat Monitoring</a:t>
            </a:r>
          </a:p>
          <a:p/>
          <a:p>
            <a:r>
              <a:t>Built for Modern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Broken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attendance is vulnerable to:</a:t>
            </a:r>
          </a:p>
          <a:p>
            <a:pPr lvl="1"/>
            <a:r>
              <a:t>Proxy Attendance ('Buddy Punching')</a:t>
            </a:r>
          </a:p>
          <a:p>
            <a:pPr lvl="1"/>
            <a:r>
              <a:t>GPS Spoofing &amp; VPN tunneling</a:t>
            </a:r>
          </a:p>
          <a:p>
            <a:pPr lvl="1"/>
            <a:r>
              <a:t>QR Code screenshots sent over WhatsApp</a:t>
            </a:r>
          </a:p>
          <a:p>
            <a:r>
              <a:t>Conclusion: We can no longer rely on single-vector physical or digital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Dual-Vector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enforce physical presence using two simultaneous, distinct hardware vectors:</a:t>
            </a:r>
          </a:p>
          <a:p>
            <a:pPr lvl="1"/>
            <a:r>
              <a:t>Vector 1 (Optical): Cryptographic, rotating QR token</a:t>
            </a:r>
          </a:p>
          <a:p>
            <a:pPr lvl="1"/>
            <a:r>
              <a:t>Vector 2 (Acoustic): 18.5kHz Ultrasonic handshake via Web Audio API</a:t>
            </a:r>
          </a:p>
          <a:p>
            <a:r>
              <a:t>Zero-Trust Pipeline:</a:t>
            </a:r>
          </a:p>
          <a:p>
            <a:pPr lvl="1"/>
            <a:r>
              <a:t>If a student scans a screenshot from their dorm, the microphone will not detect the ultrasonic beacon, instantly flagging the attempt.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Engineered for speed, running in under 4 seconds:</a:t>
            </a:r>
          </a:p>
          <a:p>
            <a:pPr lvl="1"/>
            <a:r>
              <a:t>Backend: Python (Flask) for lightweight, instantaneous API routing</a:t>
            </a:r>
          </a:p>
          <a:p>
            <a:pPr lvl="1"/>
            <a:r>
              <a:t>Database: SQLite with WAL mode for ultra-fast, concurrent transactions</a:t>
            </a:r>
          </a:p>
          <a:p>
            <a:pPr lvl="1"/>
            <a:r>
              <a:t>Frontend: Vanilla JS, Tailwind CSS, JSQR, and AudioContext for FFT frequency analysis</a:t>
            </a:r>
          </a:p>
          <a:p>
            <a:pPr lvl="1"/>
            <a:r>
              <a:t>Security: LEVC (Localized Endpoint Verification Core) prevents remote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Professor Threat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command center for educators:</a:t>
            </a:r>
          </a:p>
          <a:p>
            <a:pPr lvl="1"/>
            <a:r>
              <a:t>Live event polling directly from the database</a:t>
            </a:r>
          </a:p>
          <a:p>
            <a:pPr lvl="1"/>
            <a:r>
              <a:t>Visual indicators (Green = Verified, Red = Threat Detected)</a:t>
            </a:r>
          </a:p>
          <a:p>
            <a:pPr lvl="1"/>
            <a:r>
              <a:t>Immediate identification of students attempting to spoof presence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Scaling SubnettX for enterprise:</a:t>
            </a:r>
          </a:p>
          <a:p>
            <a:pPr lvl="1"/>
            <a:r>
              <a:t>Machine Learning anomaly detection on student check-in times</a:t>
            </a:r>
          </a:p>
          <a:p>
            <a:pPr lvl="1"/>
            <a:r>
              <a:t>Migrating SQLite to PostgreSQL for high-availability clusters</a:t>
            </a:r>
          </a:p>
          <a:p>
            <a:pPr lvl="1"/>
            <a:r>
              <a:t>Native iOS/Android SDKs for deeper hardware sensor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